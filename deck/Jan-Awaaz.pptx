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907085" cy="907085"/>
          </a:xfrm>
          <a:prstGeom prst="roundRect">
            <a:avLst>
              <a:gd name="adj" fmla="val 19355"/>
            </a:avLst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"/>
            <a:ext cx="907085" cy="9070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जन</a:t>
            </a:r>
            <a:endParaRPr lang="en-US" sz="2880" dirty="0"/>
          </a:p>
        </p:txBody>
      </p:sp>
      <p:sp>
        <p:nvSpPr>
          <p:cNvPr id="6" name="Text 4"/>
          <p:cNvSpPr/>
          <p:nvPr/>
        </p:nvSpPr>
        <p:spPr>
          <a:xfrm>
            <a:off x="1737360" y="65836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 Awaaz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737360" y="1371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E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“People's Voice” — turning scattered citizen input into the MP's ranked action list.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0" y="2834640"/>
            <a:ext cx="46634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23760" y="296265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Ranked priorities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23760" y="34015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💧 Water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823960" y="3447288"/>
            <a:ext cx="2560320" cy="18288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8823960" y="3447288"/>
            <a:ext cx="2560320" cy="18288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38587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🏥 Health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23960" y="3904488"/>
            <a:ext cx="2560320" cy="18288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823960" y="3904488"/>
            <a:ext cx="2099462" cy="18288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43159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🛣️ Roads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23960" y="4361688"/>
            <a:ext cx="2560320" cy="18288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18" name="Shape 16"/>
          <p:cNvSpPr/>
          <p:nvPr/>
        </p:nvSpPr>
        <p:spPr>
          <a:xfrm>
            <a:off x="8823960" y="4361688"/>
            <a:ext cx="1536192" cy="18288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4773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Electricity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23960" y="4818888"/>
            <a:ext cx="2560320" cy="18288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21" name="Shape 19"/>
          <p:cNvSpPr/>
          <p:nvPr/>
        </p:nvSpPr>
        <p:spPr>
          <a:xfrm>
            <a:off x="8823960" y="4818888"/>
            <a:ext cx="1152144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260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for Constituency Development Planning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347472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Multilingual: voice, text &amp; photo intake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ranks needs by demand × urgency × people reached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Decision-ready dashboard for the MP's office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1 · People's Priorities    |    Working URL: &lt;your-vercel-url&gt;    |    Team: &lt;names&gt;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400800"/>
            <a:ext cx="1219169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 Awaaz · People's Priorities (Track 1)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MPs are flooded with needs — and no way to rank them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6766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Requests arrive via public meetings, letters, social media, grievance portals — all unstructured.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development plans hold dozens of competing projects.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objective way to consolidate feedback, spot recurring needs, or weigh demand against real data.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budgets follow whoever shouts loudest, not where need is greatest.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89520" y="192024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863840" y="26517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…dozens of competing proposed projects, with no objective way to weigh them against real demand.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Track 1 problem statement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6400800"/>
            <a:ext cx="1219169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 Awaaz · People's Priorities (Track 1)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FEELS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people, one broken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🧑‍🌾  The Citizen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Speaks the need — often in a local language.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app, low-end phone, patchy network.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knows if anyone heard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2120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 The MP's office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292608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Drowning in unstructured input.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Acts on the loudest, not the largest need.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evidence trail to defend choices.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6400800"/>
            <a:ext cx="1219169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 Awaaz · People's Priorities (Track 1)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platform: citizens speak, the MP gets a ranked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486400" cy="3017520"/>
          </a:xfrm>
          <a:prstGeom prst="roundRect">
            <a:avLst>
              <a:gd name="adj" fmla="val 3030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citizens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by voice, text or photo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Indian languages, works on any phone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feedback: “your need is #1, 6 neighbours agree”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1206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13969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Ranked priorities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5786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💧 Water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83880" y="2624328"/>
            <a:ext cx="3017520" cy="18288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8183880" y="2624328"/>
            <a:ext cx="3017520" cy="18288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0358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🏥 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3880" y="3081528"/>
            <a:ext cx="3017520" cy="18288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3880" y="3081528"/>
            <a:ext cx="2474366" cy="18288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4930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🛣️ Roads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83880" y="3538728"/>
            <a:ext cx="3017520" cy="18288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183880" y="3538728"/>
            <a:ext cx="1810512" cy="18288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9502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Electricity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83880" y="3995928"/>
            <a:ext cx="3017520" cy="18288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183880" y="3995928"/>
            <a:ext cx="1357884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663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the MP: a 30-second brief + ranked, evidence-weighted actions.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400800"/>
            <a:ext cx="1219169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 Awaaz · People's Priorities (Track 1)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is the engine — not decoration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468880"/>
            <a:ext cx="82296" cy="1554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input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980944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· text · photo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Indian languages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app, low bandwidth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246888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2468880"/>
            <a:ext cx="82296" cy="1554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4645152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AI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2980944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Classify grievance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recurring themes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 by demand × urgency × reach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246888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2468880"/>
            <a:ext cx="82296" cy="1554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8485632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MP Dashboard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5632" y="2980944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30-sec brief · ranked 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Hotspot map · 4-week trends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export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86200" y="3108960"/>
            <a:ext cx="502920" cy="292608"/>
          </a:xfrm>
          <a:prstGeom prst="rightArrow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7726680" y="3108960"/>
            <a:ext cx="502920" cy="292608"/>
          </a:xfrm>
          <a:prstGeom prst="rightArrow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48056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Demographic-weighted ranking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983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demand is blended with village population, school enrolment &amp; distance to PHC — so a large under-served village outranks noise.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400800"/>
            <a:ext cx="1219169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 Awaaz · People's Priorities (Track 1)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9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 seconds, on the real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21214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Speak a grievance in Hindi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4871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auto-classifies instantly — no typing, no translation step.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31729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sees social proof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5387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“Your issue is the #1 priority — 6 neighbours agree.”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42245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Flip to the MP dashboard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5902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Re-ranked priorities, hotspot map, “Water ↑ rising 3 weeks.”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Tip: keep a screen recording as backup.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9169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 Awaaz · People's Priorities (Track 1)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/ TECHNICAL 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is doing real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37360" y="21214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understanding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48716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Hindi, Telugu, Tamil, Bengali, Marathi &amp; English directly.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0" y="21214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Demographic-weighted ranking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0" y="248716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× urgency × population, school enrolment, PHC distance.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886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737360" y="38130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Multimodal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417880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photo of a broken road or dry borewell is classified too.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61188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3886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🛟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15200" y="38130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Graceful fallback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417880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logic if AI is unreachable — never fails on stage.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400800"/>
            <a:ext cx="1219169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 Awaaz · People's Priorities (Track 1)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INCLUSIVITY &amp; ACCESSIBILITY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every citizen — not just smartphone users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6583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Voice-first design for low-literacy users.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Indian languages out of the box, easily extended.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on low-end phones with no app install.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One-tap photo reporting for those who can't type.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Low-bandwidth friendly; degrades gracefully offline.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06640" y="1920240"/>
            <a:ext cx="4297680" cy="3108960"/>
          </a:xfrm>
          <a:prstGeom prst="roundRect">
            <a:avLst>
              <a:gd name="adj" fmla="val 2941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06640" y="21945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406640" y="3200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languages today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37490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हिन्दी · English · తెలుగు · தமிழ் · বাংলা · मराठी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400800"/>
            <a:ext cx="1219169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 Awaaz · People's Priorities (Track 1)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DEPLOYABILITY &amp;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today — and ready to scale safely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86000"/>
            <a:ext cx="82296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957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79806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(no API key)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228600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2286000"/>
            <a:ext cx="82296" cy="1188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4370832" y="23957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/api/gemini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70832" y="279806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proxy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holds the key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228600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2286000"/>
            <a:ext cx="82296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7936992" y="23957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API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36992" y="279806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2743200"/>
            <a:ext cx="548640" cy="292608"/>
          </a:xfrm>
          <a:prstGeom prst="rightArrow">
            <a:avLst/>
          </a:prstGeom>
          <a:solidFill>
            <a:srgbClr val="4F46E5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2743200"/>
            <a:ext cx="548640" cy="292608"/>
          </a:xfrm>
          <a:prstGeom prst="rightArrow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11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API key never reaches the browser — calls run server-side.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path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now on Vercel (static + serverless) — deployable to a constituency in weeks.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code drops onto Google Cloud Run + Gemini; add BigQuery (census) &amp; Speech-to-Text to scale.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400800"/>
            <a:ext cx="1219169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 Awaaz · People's Priorities (Track 1)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POTENTIAL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one constituency to many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317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~1.8M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citizens per constituency whose needs become visible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23317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→ 22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0" y="32004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languages: cover every major Indian state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0" y="23317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321040" y="32004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pilot with a sponsoring MP's office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Closing the loop — citizens see they were heard → more participation → better data → better decisions.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400800"/>
            <a:ext cx="1219169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 Awaaz · People's Priorities (Track 1)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JAN AWAAZ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 the scoring head-on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0574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AI, not keywords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52160" y="2057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+ multimodal + demographic weighting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227832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27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309067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Addictive for citizens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52160" y="309067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Social-proof feedback loop drives participation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61104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611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4123944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Decision-ready for MPs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52160" y="4123944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Brief, ranked actions, hotspots, trends, export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020056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B9C2D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294376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294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5157216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&amp; deployable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52160" y="515721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key, free hosting, clear cloud path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400800"/>
            <a:ext cx="1219169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 Awaaz · People's Priorities (Track 1)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907085" cy="907085"/>
          </a:xfrm>
          <a:prstGeom prst="roundRect">
            <a:avLst>
              <a:gd name="adj" fmla="val 19355"/>
            </a:avLst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907085" cy="9070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जन</a:t>
            </a:r>
            <a:endParaRPr lang="en-US" sz="288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pilot Jan Awaaz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one constituency's citizens a voice their MP can act 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EE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URL: &lt;your-vercel-url&gt;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EE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github.com/lalitsingh-ai/jan-awaaz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EE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Team: &lt;names&gt; · &lt;contact email&gt;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760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400800"/>
            <a:ext cx="1219169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 Awaaz · People's Priorities (Track 1)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 Awaaz — People's Priorities</dc:title>
  <dc:subject>PptxGenJS Presentation</dc:subject>
  <dc:creator>Jan Awaaz</dc:creator>
  <cp:lastModifiedBy>Jan Awaaz</cp:lastModifiedBy>
  <cp:revision>1</cp:revision>
  <dcterms:created xsi:type="dcterms:W3CDTF">2026-06-30T08:32:46Z</dcterms:created>
  <dcterms:modified xsi:type="dcterms:W3CDTF">2026-06-30T08:32:46Z</dcterms:modified>
</cp:coreProperties>
</file>