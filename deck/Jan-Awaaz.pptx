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1936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2286000"/>
            <a:ext cx="12191695" cy="1097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907085" cy="907085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907085" cy="9070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जन</a:t>
            </a:r>
            <a:endParaRPr lang="en-US" sz="2880" dirty="0"/>
          </a:p>
        </p:txBody>
      </p:sp>
      <p:sp>
        <p:nvSpPr>
          <p:cNvPr id="6" name="Text 4"/>
          <p:cNvSpPr/>
          <p:nvPr/>
        </p:nvSpPr>
        <p:spPr>
          <a:xfrm>
            <a:off x="1737360" y="65836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737360" y="13716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DE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“People's Voice” — turning scattered citizen input into the MP's ranked action list.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040880" y="2834640"/>
            <a:ext cx="46634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7223760" y="2962656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priorities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223760" y="34015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💧 Water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823960" y="344728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8823960" y="344728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223760" y="38587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🏥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23960" y="390448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8823960" y="3904488"/>
            <a:ext cx="2099462" cy="18288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223760" y="43159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🛣️ Roads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23960" y="436168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8823960" y="4361688"/>
            <a:ext cx="1536192" cy="18288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7223760" y="47731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Electricity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23960" y="4818888"/>
            <a:ext cx="25603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8823960" y="4818888"/>
            <a:ext cx="1152144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for Constituency Development Planning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8640" y="347472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Multilingual: voice, text &amp; photo intake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ranks needs by demand × urgency × people reached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Decision-ready dashboard for the MP's office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1 · People's Priorities    |    Working URL: &lt;your-vercel-url&gt;    |    Team: &lt;names&gt;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MPs are flooded with needs — and no way to rank them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6766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Requests arrive via public meetings, letters, social media, grievance portals — all unstructured.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development plans hold dozens of competing projects.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objective way to consolidate feedback, spot recurring needs, or weigh demand against real data.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budgets follow whoever shouts loudest, not where need is greatest.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89520" y="1920240"/>
            <a:ext cx="4114800" cy="2926080"/>
          </a:xfrm>
          <a:prstGeom prst="roundRect">
            <a:avLst>
              <a:gd name="adj" fmla="val 3125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68096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863840" y="265176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…dozens of competing proposed projects, with no objective way to weigh them against real demand.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Track 1 problem statement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FEELS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people, one broken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120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🧑‍🌾  The Citizen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4663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Speaks the need — often in a local language.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app, low-end phone, patchy network.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knows if anyone heard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011680"/>
            <a:ext cx="52120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5836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🏛️  The MP's office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0" y="2926080"/>
            <a:ext cx="46634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Drowning in unstructured input.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Acts on the loudest, not the largest need.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evidence trail to defend choices.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platform: citizens speak, the MP gets a ranked plan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486400" cy="3017520"/>
          </a:xfrm>
          <a:prstGeom prst="roundRect">
            <a:avLst>
              <a:gd name="adj" fmla="val 3030"/>
            </a:avLst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91440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citizens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 by voice, text or photo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Indian languages, works on any phone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feedback: “your need is #1, 6 neighbours agree”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011680"/>
            <a:ext cx="512064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583680" y="213969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priorities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25786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💧 Water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83880" y="262432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183880" y="262432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583680" y="30358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🏥 Health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83880" y="308152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8183880" y="3081528"/>
            <a:ext cx="2474366" cy="18288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6583680" y="34930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🛣️ Roads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83880" y="353872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8183880" y="3538728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583680" y="39502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Electricity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83880" y="399592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EF2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8183880" y="3995928"/>
            <a:ext cx="1357884" cy="1828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6400800" y="46634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the MP: a 30-second brief + ranked, evidence-weighted actions.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is the engine — not decoration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32004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82296" cy="155448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04672" y="257860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input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980944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· text · photo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Indian languages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app, low bandwidth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0560" y="2468880"/>
            <a:ext cx="32004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480560" y="2468880"/>
            <a:ext cx="82296" cy="155448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645152" y="257860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AI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2980944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grievance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 recurring themes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 by demand × urgency × reach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2468880"/>
            <a:ext cx="32004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8321040" y="2468880"/>
            <a:ext cx="82296" cy="15544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485632" y="257860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MP Dashboard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85632" y="2980944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30-sec brief · ranked actions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Hotspot map · 4-week trends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export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86200" y="3108960"/>
            <a:ext cx="502920" cy="292608"/>
          </a:xfrm>
          <a:prstGeom prst="rightArrow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726680" y="3108960"/>
            <a:ext cx="502920" cy="292608"/>
          </a:xfrm>
          <a:prstGeom prst="rightArrow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40080" y="448056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Demographic-weighted ranking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983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demand is blended with village population, school enrolment &amp; distance to PHC — so a large under-served village outranks noise.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8B9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 seconds, on the real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640080" cy="6400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 a grievance in Hindi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4871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6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auto-classifies instantly — no typing, no translation step.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640080" cy="6400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317296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 sees social proof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53872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6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issue is the #1 priority — 6 neighbours agree.”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640080" cy="6400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40080" y="4206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422452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Flip to the MP dashboard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5902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EB6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Re-ranked priorities, hotspot map, “Water ↑ rising 3 weeks.”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Tip: keep a screen recording as backup.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/ TECHNICAL 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is doing real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🌐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737360" y="212140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understanding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48716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Hindi, Telugu, Tamil, Bengali, Marathi &amp; English directly.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0" y="2194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⚖️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0" y="212140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Demographic-weighted ranking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0" y="248716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 × urgency × population, school enrolment, PHC distance.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3886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381304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Multimodal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37360" y="417880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photo of a broken road or dry borewell is classified too.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61188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400800" y="3886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🛟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0" y="381304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 fallback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0" y="4178808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logic if AI is unreachable — never fails on stage.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INCLUSIVITY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every citizen — not just smartphone users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6583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Voice-first design for low-literacy users.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Indian languages out of the box, easily extended.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on low-end phones with no app install.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photo reporting for those who can't type.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Low-bandwidth friendly; degrades gracefully offline.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06640" y="1920240"/>
            <a:ext cx="4297680" cy="3108960"/>
          </a:xfrm>
          <a:prstGeom prst="roundRect">
            <a:avLst>
              <a:gd name="adj" fmla="val 2941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406640" y="2194560"/>
            <a:ext cx="4297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406640" y="32004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 today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374904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हिन्दी · English · తెలుగు · தமிழ் · বাংলা · मराठी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DEPLOYABILITY &amp; 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today — and ready to scale safely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8346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82296" cy="1188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04672" y="239572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798064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app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(no API key)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2286000"/>
            <a:ext cx="28346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206240" y="2286000"/>
            <a:ext cx="82296" cy="1188720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370832" y="239572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/api/gemini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70832" y="2798064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proxy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holds the key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0" y="2286000"/>
            <a:ext cx="283464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7772400" y="2286000"/>
            <a:ext cx="82296" cy="11887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936992" y="239572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Gemini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936992" y="2798064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2743200"/>
            <a:ext cx="548640" cy="292608"/>
          </a:xfrm>
          <a:prstGeom prst="rightArrow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7086600" y="2743200"/>
            <a:ext cx="548640" cy="292608"/>
          </a:xfrm>
          <a:prstGeom prst="rightArrow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0080" y="3611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key never reaches the browser — calls run server-side.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8FA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914400" y="4434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path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now on Vercel (static + serverless) — deployable to a constituency in weeks.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code drops onto Google Cloud Run + Gemini; add BigQuery (census) &amp; Speech-to-Text to scale.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POTENTIAL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one constituency to many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~1.8M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citizens per constituency whose needs become visible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210312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389120" y="233172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→ 22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0" y="32004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languages: cover every major Indian state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2103120"/>
            <a:ext cx="34747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138160" y="233172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321040" y="32004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pilot with a sponsoring MP's office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Closing the loop — citizens see they were heard → more participation → better data → better decisions.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JAN AWAAZ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Covers the scoring head-on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365760" cy="36576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20574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AI, not keywords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52160" y="20574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+ multimodal + demographic weighting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14400" y="3227832"/>
            <a:ext cx="365760" cy="36576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914400" y="32278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090672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Addictive for citizens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0" y="3090672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Social-proof feedback loop drives participation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914400" y="4261104"/>
            <a:ext cx="365760" cy="36576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914400" y="42611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54480" y="4123944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Decision-ready for MPs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52160" y="4123944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Brief, ranked actions, hotspots, trends, export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B9C2D0">
                <a:alpha val="3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914400" y="5294376"/>
            <a:ext cx="365760" cy="36576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914400" y="52943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5157216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&amp; deployable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52160" y="5157216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key, free hosting, clear cloud path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48640" y="640080"/>
            <a:ext cx="907085" cy="907085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907085" cy="9070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जन</a:t>
            </a:r>
            <a:endParaRPr lang="en-US" sz="288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pilot Jan Awaaz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E3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 one constituency's citizens a voice their MP can act 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URL: https://jan-awaaz-ph1fsxk77-l-ai4all.vercel.app/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GitHub: github.com/</a:t>
            </a:r>
            <a:r>
              <a:rPr lang="en-US" sz="1600" dirty="0" err="1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lalitsingh</a:t>
            </a:r>
            <a:r>
              <a:rPr lang="en-US" sz="1600" dirty="0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-ai/</a:t>
            </a:r>
            <a:r>
              <a:rPr lang="en-US" sz="1600" dirty="0" err="1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jan-awaaz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</a:t>
            </a:r>
            <a:r>
              <a:rPr lang="en-US" sz="1600" dirty="0" err="1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AI_and_People</a:t>
            </a:r>
            <a:r>
              <a:rPr lang="en-US" sz="1600" dirty="0">
                <a:solidFill>
                  <a:srgbClr val="EAEE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&lt;lalitsingh.ai.dev@gmail.com&gt;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5760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7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6400800"/>
            <a:ext cx="12191695" cy="1828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 Awaaz · People's Priorities (Track 1)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31575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976</Words>
  <Application>Microsoft Office PowerPoint</Application>
  <PresentationFormat>Widescreen</PresentationFormat>
  <Paragraphs>176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Jan Awaaz — People's Priorities</dc:title>
  <dc:subject>PptxGenJS Presentation</dc:subject>
  <dc:creator>Jan Awaaz</dc:creator>
  <cp:lastModifiedBy>Lalit Singh</cp:lastModifiedBy>
  <cp:revision>3</cp:revision>
  <dcterms:created xsi:type="dcterms:W3CDTF">2026-06-30T08:32:46Z</dcterms:created>
  <dcterms:modified xsi:type="dcterms:W3CDTF">2026-07-02T11:23:48Z</dcterms:modified>
</cp:coreProperties>
</file>